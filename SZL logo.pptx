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4"/>
  </p:sldMasterIdLst>
  <p:notesMasterIdLst>
    <p:notesMasterId r:id="rId6"/>
  </p:notesMasterIdLst>
  <p:sldIdLst>
    <p:sldId id="195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3D848A-7CD7-4C92-973B-7DC0D5E1A784}" v="109" dt="2024-02-07T14:57:04.3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160" autoAdjust="0"/>
  </p:normalViewPr>
  <p:slideViewPr>
    <p:cSldViewPr snapToGrid="0">
      <p:cViewPr varScale="1">
        <p:scale>
          <a:sx n="81" d="100"/>
          <a:sy n="81" d="100"/>
        </p:scale>
        <p:origin x="12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7AD873-21E9-430B-B877-782CCDCA9A20}" type="datetimeFigureOut">
              <a:rPr lang="en-ZW" smtClean="0"/>
              <a:t>21/4/2024</a:t>
            </a:fld>
            <a:endParaRPr lang="en-Z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9FAA0-2995-48C3-8BEE-2CDD20B10801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48783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2130430"/>
            <a:ext cx="103632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2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80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561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84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122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402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68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963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4244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9566D-FF5A-8C4D-8412-81E3A79C5B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EDA0A-C9D8-BF47-8622-01D81671690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355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9566D-FF5A-8C4D-8412-81E3A79C5B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EDA0A-C9D8-BF47-8622-01D81671690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1161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5" y="4406905"/>
            <a:ext cx="10363200" cy="1362075"/>
          </a:xfrm>
        </p:spPr>
        <p:txBody>
          <a:bodyPr anchor="t"/>
          <a:lstStyle>
            <a:lvl1pPr algn="l">
              <a:defRPr sz="3745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1872">
                <a:solidFill>
                  <a:schemeClr val="tx1">
                    <a:tint val="75000"/>
                  </a:schemeClr>
                </a:solidFill>
              </a:defRPr>
            </a:lvl1pPr>
            <a:lvl2pPr marL="428054" indent="0">
              <a:buNone/>
              <a:defRPr sz="1686">
                <a:solidFill>
                  <a:schemeClr val="tx1">
                    <a:tint val="75000"/>
                  </a:schemeClr>
                </a:solidFill>
              </a:defRPr>
            </a:lvl2pPr>
            <a:lvl3pPr marL="856106" indent="0">
              <a:buNone/>
              <a:defRPr sz="1498">
                <a:solidFill>
                  <a:schemeClr val="tx1">
                    <a:tint val="75000"/>
                  </a:schemeClr>
                </a:solidFill>
              </a:defRPr>
            </a:lvl3pPr>
            <a:lvl4pPr marL="1284160" indent="0">
              <a:buNone/>
              <a:defRPr sz="1311">
                <a:solidFill>
                  <a:schemeClr val="tx1">
                    <a:tint val="75000"/>
                  </a:schemeClr>
                </a:solidFill>
              </a:defRPr>
            </a:lvl4pPr>
            <a:lvl5pPr marL="1712214" indent="0">
              <a:buNone/>
              <a:defRPr sz="1311">
                <a:solidFill>
                  <a:schemeClr val="tx1">
                    <a:tint val="75000"/>
                  </a:schemeClr>
                </a:solidFill>
              </a:defRPr>
            </a:lvl5pPr>
            <a:lvl6pPr marL="2140267" indent="0">
              <a:buNone/>
              <a:defRPr sz="1311">
                <a:solidFill>
                  <a:schemeClr val="tx1">
                    <a:tint val="75000"/>
                  </a:schemeClr>
                </a:solidFill>
              </a:defRPr>
            </a:lvl6pPr>
            <a:lvl7pPr marL="2568320" indent="0">
              <a:buNone/>
              <a:defRPr sz="1311">
                <a:solidFill>
                  <a:schemeClr val="tx1">
                    <a:tint val="75000"/>
                  </a:schemeClr>
                </a:solidFill>
              </a:defRPr>
            </a:lvl7pPr>
            <a:lvl8pPr marL="2996374" indent="0">
              <a:buNone/>
              <a:defRPr sz="1311">
                <a:solidFill>
                  <a:schemeClr val="tx1">
                    <a:tint val="75000"/>
                  </a:schemeClr>
                </a:solidFill>
              </a:defRPr>
            </a:lvl8pPr>
            <a:lvl9pPr marL="3424427" indent="0">
              <a:buNone/>
              <a:defRPr sz="131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9566D-FF5A-8C4D-8412-81E3A79C5B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EDA0A-C9D8-BF47-8622-01D81671690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741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2" y="1600205"/>
            <a:ext cx="5384799" cy="4525963"/>
          </a:xfrm>
        </p:spPr>
        <p:txBody>
          <a:bodyPr/>
          <a:lstStyle>
            <a:lvl1pPr>
              <a:defRPr sz="2621"/>
            </a:lvl1pPr>
            <a:lvl2pPr>
              <a:defRPr sz="2247"/>
            </a:lvl2pPr>
            <a:lvl3pPr>
              <a:defRPr sz="1872"/>
            </a:lvl3pPr>
            <a:lvl4pPr>
              <a:defRPr sz="1686"/>
            </a:lvl4pPr>
            <a:lvl5pPr>
              <a:defRPr sz="1686"/>
            </a:lvl5pPr>
            <a:lvl6pPr>
              <a:defRPr sz="1686"/>
            </a:lvl6pPr>
            <a:lvl7pPr>
              <a:defRPr sz="1686"/>
            </a:lvl7pPr>
            <a:lvl8pPr>
              <a:defRPr sz="1686"/>
            </a:lvl8pPr>
            <a:lvl9pPr>
              <a:defRPr sz="1686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5"/>
            <a:ext cx="5384799" cy="4525963"/>
          </a:xfrm>
        </p:spPr>
        <p:txBody>
          <a:bodyPr/>
          <a:lstStyle>
            <a:lvl1pPr>
              <a:defRPr sz="2621"/>
            </a:lvl1pPr>
            <a:lvl2pPr>
              <a:defRPr sz="2247"/>
            </a:lvl2pPr>
            <a:lvl3pPr>
              <a:defRPr sz="1872"/>
            </a:lvl3pPr>
            <a:lvl4pPr>
              <a:defRPr sz="1686"/>
            </a:lvl4pPr>
            <a:lvl5pPr>
              <a:defRPr sz="1686"/>
            </a:lvl5pPr>
            <a:lvl6pPr>
              <a:defRPr sz="1686"/>
            </a:lvl6pPr>
            <a:lvl7pPr>
              <a:defRPr sz="1686"/>
            </a:lvl7pPr>
            <a:lvl8pPr>
              <a:defRPr sz="1686"/>
            </a:lvl8pPr>
            <a:lvl9pPr>
              <a:defRPr sz="1686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9566D-FF5A-8C4D-8412-81E3A79C5B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EDA0A-C9D8-BF47-8622-01D81671690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27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247" b="1"/>
            </a:lvl1pPr>
            <a:lvl2pPr marL="428054" indent="0">
              <a:buNone/>
              <a:defRPr sz="1872" b="1"/>
            </a:lvl2pPr>
            <a:lvl3pPr marL="856106" indent="0">
              <a:buNone/>
              <a:defRPr sz="1686" b="1"/>
            </a:lvl3pPr>
            <a:lvl4pPr marL="1284160" indent="0">
              <a:buNone/>
              <a:defRPr sz="1498" b="1"/>
            </a:lvl4pPr>
            <a:lvl5pPr marL="1712214" indent="0">
              <a:buNone/>
              <a:defRPr sz="1498" b="1"/>
            </a:lvl5pPr>
            <a:lvl6pPr marL="2140267" indent="0">
              <a:buNone/>
              <a:defRPr sz="1498" b="1"/>
            </a:lvl6pPr>
            <a:lvl7pPr marL="2568320" indent="0">
              <a:buNone/>
              <a:defRPr sz="1498" b="1"/>
            </a:lvl7pPr>
            <a:lvl8pPr marL="2996374" indent="0">
              <a:buNone/>
              <a:defRPr sz="1498" b="1"/>
            </a:lvl8pPr>
            <a:lvl9pPr marL="3424427" indent="0">
              <a:buNone/>
              <a:defRPr sz="1498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247"/>
            </a:lvl1pPr>
            <a:lvl2pPr>
              <a:defRPr sz="1872"/>
            </a:lvl2pPr>
            <a:lvl3pPr>
              <a:defRPr sz="1686"/>
            </a:lvl3pPr>
            <a:lvl4pPr>
              <a:defRPr sz="1498"/>
            </a:lvl4pPr>
            <a:lvl5pPr>
              <a:defRPr sz="1498"/>
            </a:lvl5pPr>
            <a:lvl6pPr>
              <a:defRPr sz="1498"/>
            </a:lvl6pPr>
            <a:lvl7pPr>
              <a:defRPr sz="1498"/>
            </a:lvl7pPr>
            <a:lvl8pPr>
              <a:defRPr sz="1498"/>
            </a:lvl8pPr>
            <a:lvl9pPr>
              <a:defRPr sz="1498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247" b="1"/>
            </a:lvl1pPr>
            <a:lvl2pPr marL="428054" indent="0">
              <a:buNone/>
              <a:defRPr sz="1872" b="1"/>
            </a:lvl2pPr>
            <a:lvl3pPr marL="856106" indent="0">
              <a:buNone/>
              <a:defRPr sz="1686" b="1"/>
            </a:lvl3pPr>
            <a:lvl4pPr marL="1284160" indent="0">
              <a:buNone/>
              <a:defRPr sz="1498" b="1"/>
            </a:lvl4pPr>
            <a:lvl5pPr marL="1712214" indent="0">
              <a:buNone/>
              <a:defRPr sz="1498" b="1"/>
            </a:lvl5pPr>
            <a:lvl6pPr marL="2140267" indent="0">
              <a:buNone/>
              <a:defRPr sz="1498" b="1"/>
            </a:lvl6pPr>
            <a:lvl7pPr marL="2568320" indent="0">
              <a:buNone/>
              <a:defRPr sz="1498" b="1"/>
            </a:lvl7pPr>
            <a:lvl8pPr marL="2996374" indent="0">
              <a:buNone/>
              <a:defRPr sz="1498" b="1"/>
            </a:lvl8pPr>
            <a:lvl9pPr marL="3424427" indent="0">
              <a:buNone/>
              <a:defRPr sz="1498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247"/>
            </a:lvl1pPr>
            <a:lvl2pPr>
              <a:defRPr sz="1872"/>
            </a:lvl2pPr>
            <a:lvl3pPr>
              <a:defRPr sz="1686"/>
            </a:lvl3pPr>
            <a:lvl4pPr>
              <a:defRPr sz="1498"/>
            </a:lvl4pPr>
            <a:lvl5pPr>
              <a:defRPr sz="1498"/>
            </a:lvl5pPr>
            <a:lvl6pPr>
              <a:defRPr sz="1498"/>
            </a:lvl6pPr>
            <a:lvl7pPr>
              <a:defRPr sz="1498"/>
            </a:lvl7pPr>
            <a:lvl8pPr>
              <a:defRPr sz="1498"/>
            </a:lvl8pPr>
            <a:lvl9pPr>
              <a:defRPr sz="1498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9566D-FF5A-8C4D-8412-81E3A79C5B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EDA0A-C9D8-BF47-8622-01D81671690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019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9566D-FF5A-8C4D-8412-81E3A79C5B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EDA0A-C9D8-BF47-8622-01D81671690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284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9566D-FF5A-8C4D-8412-81E3A79C5B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EDA0A-C9D8-BF47-8622-01D81671690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523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5" cy="1162050"/>
          </a:xfrm>
        </p:spPr>
        <p:txBody>
          <a:bodyPr anchor="b"/>
          <a:lstStyle>
            <a:lvl1pPr algn="l">
              <a:defRPr sz="1872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2996"/>
            </a:lvl1pPr>
            <a:lvl2pPr>
              <a:defRPr sz="2621"/>
            </a:lvl2pPr>
            <a:lvl3pPr>
              <a:defRPr sz="2247"/>
            </a:lvl3pPr>
            <a:lvl4pPr>
              <a:defRPr sz="1872"/>
            </a:lvl4pPr>
            <a:lvl5pPr>
              <a:defRPr sz="1872"/>
            </a:lvl5pPr>
            <a:lvl6pPr>
              <a:defRPr sz="1872"/>
            </a:lvl6pPr>
            <a:lvl7pPr>
              <a:defRPr sz="1872"/>
            </a:lvl7pPr>
            <a:lvl8pPr>
              <a:defRPr sz="1872"/>
            </a:lvl8pPr>
            <a:lvl9pPr>
              <a:defRPr sz="1872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3"/>
            <a:ext cx="4011085" cy="4691063"/>
          </a:xfrm>
        </p:spPr>
        <p:txBody>
          <a:bodyPr/>
          <a:lstStyle>
            <a:lvl1pPr marL="0" indent="0">
              <a:buNone/>
              <a:defRPr sz="1311"/>
            </a:lvl1pPr>
            <a:lvl2pPr marL="428054" indent="0">
              <a:buNone/>
              <a:defRPr sz="1123"/>
            </a:lvl2pPr>
            <a:lvl3pPr marL="856106" indent="0">
              <a:buNone/>
              <a:defRPr sz="937"/>
            </a:lvl3pPr>
            <a:lvl4pPr marL="1284160" indent="0">
              <a:buNone/>
              <a:defRPr sz="843"/>
            </a:lvl4pPr>
            <a:lvl5pPr marL="1712214" indent="0">
              <a:buNone/>
              <a:defRPr sz="843"/>
            </a:lvl5pPr>
            <a:lvl6pPr marL="2140267" indent="0">
              <a:buNone/>
              <a:defRPr sz="843"/>
            </a:lvl6pPr>
            <a:lvl7pPr marL="2568320" indent="0">
              <a:buNone/>
              <a:defRPr sz="843"/>
            </a:lvl7pPr>
            <a:lvl8pPr marL="2996374" indent="0">
              <a:buNone/>
              <a:defRPr sz="843"/>
            </a:lvl8pPr>
            <a:lvl9pPr marL="3424427" indent="0">
              <a:buNone/>
              <a:defRPr sz="843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9566D-FF5A-8C4D-8412-81E3A79C5B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EDA0A-C9D8-BF47-8622-01D81671690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2449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0"/>
            <a:ext cx="7315200" cy="566738"/>
          </a:xfrm>
        </p:spPr>
        <p:txBody>
          <a:bodyPr anchor="b"/>
          <a:lstStyle>
            <a:lvl1pPr algn="l">
              <a:defRPr sz="1872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996"/>
            </a:lvl1pPr>
            <a:lvl2pPr marL="428054" indent="0">
              <a:buNone/>
              <a:defRPr sz="2621"/>
            </a:lvl2pPr>
            <a:lvl3pPr marL="856106" indent="0">
              <a:buNone/>
              <a:defRPr sz="2247"/>
            </a:lvl3pPr>
            <a:lvl4pPr marL="1284160" indent="0">
              <a:buNone/>
              <a:defRPr sz="1872"/>
            </a:lvl4pPr>
            <a:lvl5pPr marL="1712214" indent="0">
              <a:buNone/>
              <a:defRPr sz="1872"/>
            </a:lvl5pPr>
            <a:lvl6pPr marL="2140267" indent="0">
              <a:buNone/>
              <a:defRPr sz="1872"/>
            </a:lvl6pPr>
            <a:lvl7pPr marL="2568320" indent="0">
              <a:buNone/>
              <a:defRPr sz="1872"/>
            </a:lvl7pPr>
            <a:lvl8pPr marL="2996374" indent="0">
              <a:buNone/>
              <a:defRPr sz="1872"/>
            </a:lvl8pPr>
            <a:lvl9pPr marL="3424427" indent="0">
              <a:buNone/>
              <a:defRPr sz="1872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8"/>
            <a:ext cx="7315200" cy="804862"/>
          </a:xfrm>
        </p:spPr>
        <p:txBody>
          <a:bodyPr/>
          <a:lstStyle>
            <a:lvl1pPr marL="0" indent="0">
              <a:buNone/>
              <a:defRPr sz="1311"/>
            </a:lvl1pPr>
            <a:lvl2pPr marL="428054" indent="0">
              <a:buNone/>
              <a:defRPr sz="1123"/>
            </a:lvl2pPr>
            <a:lvl3pPr marL="856106" indent="0">
              <a:buNone/>
              <a:defRPr sz="937"/>
            </a:lvl3pPr>
            <a:lvl4pPr marL="1284160" indent="0">
              <a:buNone/>
              <a:defRPr sz="843"/>
            </a:lvl4pPr>
            <a:lvl5pPr marL="1712214" indent="0">
              <a:buNone/>
              <a:defRPr sz="843"/>
            </a:lvl5pPr>
            <a:lvl6pPr marL="2140267" indent="0">
              <a:buNone/>
              <a:defRPr sz="843"/>
            </a:lvl6pPr>
            <a:lvl7pPr marL="2568320" indent="0">
              <a:buNone/>
              <a:defRPr sz="843"/>
            </a:lvl7pPr>
            <a:lvl8pPr marL="2996374" indent="0">
              <a:buNone/>
              <a:defRPr sz="843"/>
            </a:lvl8pPr>
            <a:lvl9pPr marL="3424427" indent="0">
              <a:buNone/>
              <a:defRPr sz="843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9566D-FF5A-8C4D-8412-81E3A79C5B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EDA0A-C9D8-BF47-8622-01D81671690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223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9566D-FF5A-8C4D-8412-81E3A79C5B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EDA0A-C9D8-BF47-8622-01D81671690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174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3"/>
            <a:ext cx="2743201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9566D-FF5A-8C4D-8412-81E3A79C5B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EDA0A-C9D8-BF47-8622-01D81671690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134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1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28054"/>
            <a:fld id="{0BE9566D-FF5A-8C4D-8412-81E3A79C5B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28054"/>
              <a:t>4/21/2024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1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28054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28054"/>
            <a:fld id="{CC0EDA0A-C9D8-BF47-8622-01D81671690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28054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9761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28054" rtl="0" eaLnBrk="1" latinLnBrk="0" hangingPunct="1">
        <a:spcBef>
          <a:spcPct val="0"/>
        </a:spcBef>
        <a:buNone/>
        <a:defRPr sz="41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1040" indent="-321040" algn="l" defTabSz="428054" rtl="0" eaLnBrk="1" latinLnBrk="0" hangingPunct="1">
        <a:spcBef>
          <a:spcPct val="20000"/>
        </a:spcBef>
        <a:buFont typeface="Arial"/>
        <a:buChar char="•"/>
        <a:defRPr sz="2996" kern="1200">
          <a:solidFill>
            <a:schemeClr val="tx1"/>
          </a:solidFill>
          <a:latin typeface="+mn-lt"/>
          <a:ea typeface="+mn-ea"/>
          <a:cs typeface="+mn-cs"/>
        </a:defRPr>
      </a:lvl1pPr>
      <a:lvl2pPr marL="695586" indent="-267534" algn="l" defTabSz="428054" rtl="0" eaLnBrk="1" latinLnBrk="0" hangingPunct="1">
        <a:spcBef>
          <a:spcPct val="20000"/>
        </a:spcBef>
        <a:buFont typeface="Arial"/>
        <a:buChar char="–"/>
        <a:defRPr sz="2621" kern="1200">
          <a:solidFill>
            <a:schemeClr val="tx1"/>
          </a:solidFill>
          <a:latin typeface="+mn-lt"/>
          <a:ea typeface="+mn-ea"/>
          <a:cs typeface="+mn-cs"/>
        </a:defRPr>
      </a:lvl2pPr>
      <a:lvl3pPr marL="1070134" indent="-214026" algn="l" defTabSz="428054" rtl="0" eaLnBrk="1" latinLnBrk="0" hangingPunct="1">
        <a:spcBef>
          <a:spcPct val="20000"/>
        </a:spcBef>
        <a:buFont typeface="Arial"/>
        <a:buChar char="•"/>
        <a:defRPr sz="2247" kern="1200">
          <a:solidFill>
            <a:schemeClr val="tx1"/>
          </a:solidFill>
          <a:latin typeface="+mn-lt"/>
          <a:ea typeface="+mn-ea"/>
          <a:cs typeface="+mn-cs"/>
        </a:defRPr>
      </a:lvl3pPr>
      <a:lvl4pPr marL="1498187" indent="-214026" algn="l" defTabSz="428054" rtl="0" eaLnBrk="1" latinLnBrk="0" hangingPunct="1">
        <a:spcBef>
          <a:spcPct val="20000"/>
        </a:spcBef>
        <a:buFont typeface="Arial"/>
        <a:buChar char="–"/>
        <a:defRPr sz="1872" kern="1200">
          <a:solidFill>
            <a:schemeClr val="tx1"/>
          </a:solidFill>
          <a:latin typeface="+mn-lt"/>
          <a:ea typeface="+mn-ea"/>
          <a:cs typeface="+mn-cs"/>
        </a:defRPr>
      </a:lvl4pPr>
      <a:lvl5pPr marL="1926240" indent="-214026" algn="l" defTabSz="428054" rtl="0" eaLnBrk="1" latinLnBrk="0" hangingPunct="1">
        <a:spcBef>
          <a:spcPct val="20000"/>
        </a:spcBef>
        <a:buFont typeface="Arial"/>
        <a:buChar char="»"/>
        <a:defRPr sz="1872" kern="1200">
          <a:solidFill>
            <a:schemeClr val="tx1"/>
          </a:solidFill>
          <a:latin typeface="+mn-lt"/>
          <a:ea typeface="+mn-ea"/>
          <a:cs typeface="+mn-cs"/>
        </a:defRPr>
      </a:lvl5pPr>
      <a:lvl6pPr marL="2354294" indent="-214026" algn="l" defTabSz="428054" rtl="0" eaLnBrk="1" latinLnBrk="0" hangingPunct="1">
        <a:spcBef>
          <a:spcPct val="20000"/>
        </a:spcBef>
        <a:buFont typeface="Arial"/>
        <a:buChar char="•"/>
        <a:defRPr sz="1872" kern="1200">
          <a:solidFill>
            <a:schemeClr val="tx1"/>
          </a:solidFill>
          <a:latin typeface="+mn-lt"/>
          <a:ea typeface="+mn-ea"/>
          <a:cs typeface="+mn-cs"/>
        </a:defRPr>
      </a:lvl6pPr>
      <a:lvl7pPr marL="2782347" indent="-214026" algn="l" defTabSz="428054" rtl="0" eaLnBrk="1" latinLnBrk="0" hangingPunct="1">
        <a:spcBef>
          <a:spcPct val="20000"/>
        </a:spcBef>
        <a:buFont typeface="Arial"/>
        <a:buChar char="•"/>
        <a:defRPr sz="1872" kern="1200">
          <a:solidFill>
            <a:schemeClr val="tx1"/>
          </a:solidFill>
          <a:latin typeface="+mn-lt"/>
          <a:ea typeface="+mn-ea"/>
          <a:cs typeface="+mn-cs"/>
        </a:defRPr>
      </a:lvl7pPr>
      <a:lvl8pPr marL="3210400" indent="-214026" algn="l" defTabSz="428054" rtl="0" eaLnBrk="1" latinLnBrk="0" hangingPunct="1">
        <a:spcBef>
          <a:spcPct val="20000"/>
        </a:spcBef>
        <a:buFont typeface="Arial"/>
        <a:buChar char="•"/>
        <a:defRPr sz="1872" kern="1200">
          <a:solidFill>
            <a:schemeClr val="tx1"/>
          </a:solidFill>
          <a:latin typeface="+mn-lt"/>
          <a:ea typeface="+mn-ea"/>
          <a:cs typeface="+mn-cs"/>
        </a:defRPr>
      </a:lvl8pPr>
      <a:lvl9pPr marL="3638454" indent="-214026" algn="l" defTabSz="428054" rtl="0" eaLnBrk="1" latinLnBrk="0" hangingPunct="1">
        <a:spcBef>
          <a:spcPct val="20000"/>
        </a:spcBef>
        <a:buFont typeface="Arial"/>
        <a:buChar char="•"/>
        <a:defRPr sz="18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8054" rtl="0" eaLnBrk="1" latinLnBrk="0" hangingPunct="1">
        <a:defRPr sz="1686" kern="1200">
          <a:solidFill>
            <a:schemeClr val="tx1"/>
          </a:solidFill>
          <a:latin typeface="+mn-lt"/>
          <a:ea typeface="+mn-ea"/>
          <a:cs typeface="+mn-cs"/>
        </a:defRPr>
      </a:lvl1pPr>
      <a:lvl2pPr marL="428054" algn="l" defTabSz="428054" rtl="0" eaLnBrk="1" latinLnBrk="0" hangingPunct="1">
        <a:defRPr sz="1686" kern="1200">
          <a:solidFill>
            <a:schemeClr val="tx1"/>
          </a:solidFill>
          <a:latin typeface="+mn-lt"/>
          <a:ea typeface="+mn-ea"/>
          <a:cs typeface="+mn-cs"/>
        </a:defRPr>
      </a:lvl2pPr>
      <a:lvl3pPr marL="856106" algn="l" defTabSz="428054" rtl="0" eaLnBrk="1" latinLnBrk="0" hangingPunct="1">
        <a:defRPr sz="1686" kern="1200">
          <a:solidFill>
            <a:schemeClr val="tx1"/>
          </a:solidFill>
          <a:latin typeface="+mn-lt"/>
          <a:ea typeface="+mn-ea"/>
          <a:cs typeface="+mn-cs"/>
        </a:defRPr>
      </a:lvl3pPr>
      <a:lvl4pPr marL="1284160" algn="l" defTabSz="428054" rtl="0" eaLnBrk="1" latinLnBrk="0" hangingPunct="1">
        <a:defRPr sz="1686" kern="1200">
          <a:solidFill>
            <a:schemeClr val="tx1"/>
          </a:solidFill>
          <a:latin typeface="+mn-lt"/>
          <a:ea typeface="+mn-ea"/>
          <a:cs typeface="+mn-cs"/>
        </a:defRPr>
      </a:lvl4pPr>
      <a:lvl5pPr marL="1712214" algn="l" defTabSz="428054" rtl="0" eaLnBrk="1" latinLnBrk="0" hangingPunct="1">
        <a:defRPr sz="1686" kern="1200">
          <a:solidFill>
            <a:schemeClr val="tx1"/>
          </a:solidFill>
          <a:latin typeface="+mn-lt"/>
          <a:ea typeface="+mn-ea"/>
          <a:cs typeface="+mn-cs"/>
        </a:defRPr>
      </a:lvl5pPr>
      <a:lvl6pPr marL="2140267" algn="l" defTabSz="428054" rtl="0" eaLnBrk="1" latinLnBrk="0" hangingPunct="1">
        <a:defRPr sz="1686" kern="1200">
          <a:solidFill>
            <a:schemeClr val="tx1"/>
          </a:solidFill>
          <a:latin typeface="+mn-lt"/>
          <a:ea typeface="+mn-ea"/>
          <a:cs typeface="+mn-cs"/>
        </a:defRPr>
      </a:lvl6pPr>
      <a:lvl7pPr marL="2568320" algn="l" defTabSz="428054" rtl="0" eaLnBrk="1" latinLnBrk="0" hangingPunct="1">
        <a:defRPr sz="1686" kern="1200">
          <a:solidFill>
            <a:schemeClr val="tx1"/>
          </a:solidFill>
          <a:latin typeface="+mn-lt"/>
          <a:ea typeface="+mn-ea"/>
          <a:cs typeface="+mn-cs"/>
        </a:defRPr>
      </a:lvl7pPr>
      <a:lvl8pPr marL="2996374" algn="l" defTabSz="428054" rtl="0" eaLnBrk="1" latinLnBrk="0" hangingPunct="1">
        <a:defRPr sz="1686" kern="1200">
          <a:solidFill>
            <a:schemeClr val="tx1"/>
          </a:solidFill>
          <a:latin typeface="+mn-lt"/>
          <a:ea typeface="+mn-ea"/>
          <a:cs typeface="+mn-cs"/>
        </a:defRPr>
      </a:lvl8pPr>
      <a:lvl9pPr marL="3424427" algn="l" defTabSz="428054" rtl="0" eaLnBrk="1" latinLnBrk="0" hangingPunct="1">
        <a:defRPr sz="168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546520-1BEC-4113-A343-A54BA7128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32" y="1023086"/>
            <a:ext cx="8096574" cy="464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100030"/>
      </p:ext>
    </p:extLst>
  </p:cSld>
  <p:clrMapOvr>
    <a:masterClrMapping/>
  </p:clrMapOvr>
</p:sld>
</file>

<file path=ppt/theme/theme1.xml><?xml version="1.0" encoding="utf-8"?>
<a:theme xmlns:a="http://schemas.openxmlformats.org/drawingml/2006/main" name="1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24f0bdf-070b-44ed-9b92-49d1a1b0471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508A267D5AFA4BA05AA62B38C65D76" ma:contentTypeVersion="15" ma:contentTypeDescription="Create a new document." ma:contentTypeScope="" ma:versionID="46caf41997f55535819c269fe275ce60">
  <xsd:schema xmlns:xsd="http://www.w3.org/2001/XMLSchema" xmlns:xs="http://www.w3.org/2001/XMLSchema" xmlns:p="http://schemas.microsoft.com/office/2006/metadata/properties" xmlns:ns3="d24f0bdf-070b-44ed-9b92-49d1a1b0471e" xmlns:ns4="3f208ed2-7698-43a5-a97c-bb609695b55a" targetNamespace="http://schemas.microsoft.com/office/2006/metadata/properties" ma:root="true" ma:fieldsID="49b1ca348c2500464e94ead41dec9de6" ns3:_="" ns4:_="">
    <xsd:import namespace="d24f0bdf-070b-44ed-9b92-49d1a1b0471e"/>
    <xsd:import namespace="3f208ed2-7698-43a5-a97c-bb609695b55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SystemTag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4f0bdf-070b-44ed-9b92-49d1a1b047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208ed2-7698-43a5-a97c-bb609695b55a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C08D74-FAE6-4417-8DD7-662C2CF08C12}">
  <ds:schemaRefs>
    <ds:schemaRef ds:uri="http://purl.org/dc/elements/1.1/"/>
    <ds:schemaRef ds:uri="http://schemas.microsoft.com/office/2006/metadata/properties"/>
    <ds:schemaRef ds:uri="http://www.w3.org/XML/1998/namespace"/>
    <ds:schemaRef ds:uri="d24f0bdf-070b-44ed-9b92-49d1a1b0471e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3f208ed2-7698-43a5-a97c-bb609695b55a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A01D650-A3A3-463A-A8F2-E661B5E535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4FF45D-F747-46D9-B66F-192C436697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4f0bdf-070b-44ed-9b92-49d1a1b0471e"/>
    <ds:schemaRef ds:uri="3f208ed2-7698-43a5-a97c-bb609695b5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3852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11_Office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Makudo, Randall</dc:creator>
  <cp:lastModifiedBy>Unworried, Sonia</cp:lastModifiedBy>
  <cp:revision>89</cp:revision>
  <dcterms:created xsi:type="dcterms:W3CDTF">2020-09-03T14:12:08Z</dcterms:created>
  <dcterms:modified xsi:type="dcterms:W3CDTF">2024-04-21T12:00:31Z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0x01010069508A267D5AFA4BA05AA62B38C65D76</vt:lpwstr>
  </property>
</Properties>
</file>